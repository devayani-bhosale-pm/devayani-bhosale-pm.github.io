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223760" y="320040"/>
            <a:ext cx="1600200" cy="1600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CASE STUDY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6858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Onboarding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Portal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greytHR transformed a basic onboarding flow into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seamless, automated, convinient experience for HR admins and employees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703320"/>
            <a:ext cx="199339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03320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Detail Verification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15184" y="3703320"/>
            <a:ext cx="199339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15184" y="3703320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Document Collection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73168" y="3703320"/>
            <a:ext cx="1993392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3703320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Pre-filled Forms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4206240"/>
            <a:ext cx="8229600" cy="914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Devayani Bhosale  ·  Product Manager  ·  Greytip Software (greytHR)  ·  2022–2024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595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greytHR's existing onboarding portal covered the basics but a pattern of customer support requests and competitor analysis revealed significant gaps that were costing HR admins time and creating compliance risks.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16736"/>
            <a:ext cx="27249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16736"/>
            <a:ext cx="27249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1901952"/>
            <a:ext cx="25420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Detail Errors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2359152"/>
            <a:ext cx="2542032" cy="1572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Employees entered incorrect account numbers or bank codes, causing payment failures and compliance issues. Admins had to manually chase employees via email to re-verify bank details.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316736"/>
            <a:ext cx="27249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316736"/>
            <a:ext cx="27249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6304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1901952"/>
            <a:ext cx="25420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Custom Document Collection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91840" y="2359152"/>
            <a:ext cx="2542032" cy="1572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portal only supported pre-set document placeholders. Admins couldn't request company-specific documents, leading to long email follow-up chains to collect what was missing.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1316736"/>
            <a:ext cx="27249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316736"/>
            <a:ext cx="27249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1901952"/>
            <a:ext cx="25420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Manual, Repetitive Forms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17920" y="2359152"/>
            <a:ext cx="2542032" cy="1572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Employees had to download blank forms, fill the same information manually across multiple documents, and re-upload them. Monotonous, error-prone, and time-consuming for everyone involved.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4320" y="4206240"/>
            <a:ext cx="8595360" cy="621792"/>
          </a:xfrm>
          <a:prstGeom prst="rect">
            <a:avLst/>
          </a:prstGeom>
          <a:solidFill>
            <a:srgbClr val="E6F4F6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430682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8096" y="427939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was discovered: 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596896" y="4279392"/>
            <a:ext cx="6172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support ticket analysis, competitor benchmarking, and direct customer interviews revealed a consistent pattern: the onboarding module was creating more admin work than it saved.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Role &amp; Process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92240" y="164592"/>
            <a:ext cx="2450592" cy="34747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4592"/>
            <a:ext cx="24505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PM + 3–4 Engineers  ·  Phased Delivery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8595360" cy="502920"/>
          </a:xfrm>
          <a:prstGeom prst="rect">
            <a:avLst/>
          </a:prstGeom>
          <a:solidFill>
            <a:srgbClr val="E6F4F6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75895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731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Approach: 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72768" y="731520"/>
            <a:ext cx="7187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Enhancements were structured by priority and urgency, then delivered in phases over 6+ months — ensuring every improvement was available to all customers who had purchased the onboarding module as an add-on.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792224"/>
            <a:ext cx="8229600" cy="36576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481328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1481328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9184" y="21762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9184" y="2615184"/>
            <a:ext cx="150876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9184" y="2615184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2706624"/>
            <a:ext cx="1389888" cy="20665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ticket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Competitor research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interviews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identification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359152" y="1481328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59152" y="1481328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029968" y="21762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029968" y="2615184"/>
            <a:ext cx="150876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29968" y="2615184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84832" y="2706624"/>
            <a:ext cx="1389888" cy="20665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items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priority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planning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 alignment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059936" y="1481328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59936" y="1481328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730752" y="21762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&amp; Design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730752" y="2615184"/>
            <a:ext cx="150876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30752" y="2615184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85616" y="2706624"/>
            <a:ext cx="1389888" cy="20665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PRDs &amp; 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stories for each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Figma wireframes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Acceptance criteria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760720" y="1481328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60720" y="1481328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431536" y="21762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&amp; Test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31536" y="2615184"/>
            <a:ext cx="150876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31536" y="2615184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0" y="2706624"/>
            <a:ext cx="1389888" cy="20665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delivery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3–4 engineers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cycles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 testing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Iterative releases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461504" y="1481328"/>
            <a:ext cx="621792" cy="621792"/>
          </a:xfrm>
          <a:prstGeom prst="ellipse">
            <a:avLst/>
          </a:prstGeom>
          <a:solidFill>
            <a:srgbClr val="1B3560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61504" y="1481328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132320" y="21762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132320" y="2615184"/>
            <a:ext cx="150876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32320" y="2615184"/>
            <a:ext cx="1508760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187184" y="2706624"/>
            <a:ext cx="1389888" cy="20665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to 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module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subscribers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enablement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Post-launch review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series of targeted enhancements giving HR admins more control, reducing manual effort, and giving employees a seamless onboarding experience.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761488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170432"/>
            <a:ext cx="2761488" cy="4572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28016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87168" y="1261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7D8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755648"/>
            <a:ext cx="25420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Detail Verification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322576"/>
            <a:ext cx="73152" cy="7315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" y="2249424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bank account number verification at point of entry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834640"/>
            <a:ext cx="73152" cy="7315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" y="276148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code selection via location/address to avoid manual code entry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3346704"/>
            <a:ext cx="73152" cy="7315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" y="327355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Two-step bank number verification to confirm accuracy before submission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3858768"/>
            <a:ext cx="73152" cy="7315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3785616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Zero bank detail errors for all adopting customers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18688" y="1170432"/>
            <a:ext cx="2761488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18688" y="1170432"/>
            <a:ext cx="276148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80160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49824" y="1261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328416" y="1755648"/>
            <a:ext cx="25420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Document Collection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328416" y="2322576"/>
            <a:ext cx="731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74720" y="2249424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Admins could now configure custom document placeholders specific to their company policy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328416" y="2834640"/>
            <a:ext cx="731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74720" y="276148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Employees receive clear prompts to upload each required document during onboarding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328416" y="3346704"/>
            <a:ext cx="731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474720" y="327355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Eliminated the email follow-up trail for missing documents entirely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328416" y="3858768"/>
            <a:ext cx="731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474720" y="3785616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Admins gain full control over document requirements per company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181344" y="1170432"/>
            <a:ext cx="2761488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181344" y="1170432"/>
            <a:ext cx="276148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280160"/>
            <a:ext cx="384048" cy="38404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412480" y="12618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291072" y="1755648"/>
            <a:ext cx="25420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Pre-filled Forms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291072" y="2322576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37376" y="2249424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Forms auto-populated with employee information already captured during onboarding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291072" y="2834640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37376" y="276148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Employees review and confirm rather than re-entering repetitive data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291072" y="3346704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437376" y="327355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submission and no more download, fill manually, re-upload cycle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291072" y="3858768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437376" y="3785616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Faster form completion, fewer data inconsistencies across documents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&amp; Learnings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2011680" cy="178308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7680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261872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~60%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74320" y="1956816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employees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onboarded after the complete launch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50592" y="658368"/>
            <a:ext cx="2011680" cy="178308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7680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0592" y="1261872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~75%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2450592" y="1956816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abandonment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26864" y="658368"/>
            <a:ext cx="2011680" cy="1783080"/>
          </a:xfrm>
          <a:prstGeom prst="rect">
            <a:avLst/>
          </a:prstGeom>
          <a:solidFill>
            <a:srgbClr val="1B3560"/>
          </a:solidFill>
          <a:ln w="12700">
            <a:solidFill>
              <a:srgbClr val="1B356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76809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26864" y="1261872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2"/>
          <p:cNvSpPr/>
          <p:nvPr/>
        </p:nvSpPr>
        <p:spPr>
          <a:xfrm>
            <a:off x="4626864" y="1956816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 detail errors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adopters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803136" y="658368"/>
            <a:ext cx="2011680" cy="1783080"/>
          </a:xfrm>
          <a:prstGeom prst="rect">
            <a:avLst/>
          </a:prstGeom>
          <a:solidFill>
            <a:srgbClr val="2A7D8E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76809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03136" y="1261872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6mo</a:t>
            </a:r>
            <a:endParaRPr lang="en-US" sz="3800" dirty="0"/>
          </a:p>
        </p:txBody>
      </p:sp>
      <p:sp>
        <p:nvSpPr>
          <p:cNvPr id="21" name="Text 15"/>
          <p:cNvSpPr/>
          <p:nvPr/>
        </p:nvSpPr>
        <p:spPr>
          <a:xfrm>
            <a:off x="6803136" y="1956816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to visible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F0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adoption impact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74320" y="2596896"/>
            <a:ext cx="8595360" cy="502920"/>
          </a:xfrm>
          <a:prstGeom prst="rect">
            <a:avLst/>
          </a:prstGeom>
          <a:solidFill>
            <a:srgbClr val="E6F4F6"/>
          </a:solidFill>
          <a:ln w="12700">
            <a:solidFill>
              <a:srgbClr val="2A7D8E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65176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" y="2651760"/>
            <a:ext cx="8001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Adoption impact built gradually — measurable growth in onboarding volume and module retention was observed from approximately 6 months after the first enhancements were delivered, across all customers using the onboarding module.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274320" y="3218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B3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LEARNINGS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58444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03504" y="3547872"/>
            <a:ext cx="8339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Small, targeted UX decisions create outsized impact, letting employees find their bank branch by address rather than entering a code eliminated an entire category of errors overnight</a:t>
            </a:r>
            <a:endParaRPr lang="en-US" sz="11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005072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03504" y="3968496"/>
            <a:ext cx="8339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Phased delivery over 6+ months requires disciplined prioritisation by structuring items by urgency and impact ensured the highest-value enhancements shipped first while the roadmap remained flexible</a:t>
            </a:r>
            <a:endParaRPr lang="en-US" sz="11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425696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03504" y="4389120"/>
            <a:ext cx="8339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enhancements available to all module subscribers (not as separate add-ons) drove broader adoption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4069</Words>
  <Application>WPS Presentation</Application>
  <PresentationFormat>On-screen Show (16:9)</PresentationFormat>
  <Paragraphs>174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Onboarding Portal — Product Case Study</dc:title>
  <dc:creator>PptxGenJS</dc:creator>
  <dc:subject>PptxGenJS Presentation</dc:subject>
  <cp:lastModifiedBy>devayani bhosale</cp:lastModifiedBy>
  <cp:revision>2</cp:revision>
  <dcterms:created xsi:type="dcterms:W3CDTF">2026-04-02T16:30:00Z</dcterms:created>
  <dcterms:modified xsi:type="dcterms:W3CDTF">2026-04-02T16:50:00Z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7EAABBC7333642469ECB61FF6D2DA0B0_12</vt:lpwstr>
  </property>
  <property fmtid="{D5CDD505-2E9C-101B-9397-08002B2CF9AE}" pid="3" name="KSOProductBuildVer">
    <vt:lpwstr>1033-12.1.0.25830</vt:lpwstr>
  </property>
</Properties>
</file>