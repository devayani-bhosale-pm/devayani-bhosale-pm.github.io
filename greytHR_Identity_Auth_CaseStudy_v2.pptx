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223760" y="36576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CASE STUDY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6858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 Authentication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greytHR eliminated employee document fraud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blue-collar industries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8229600" cy="914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2452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Devayani Bhosale  ·  Product Manager  ·  Greytip Software (greytHR)  ·  2022–2024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greytHR serves 20,000+ businesses including manufacturing, construction, and consumer goods sectors employing large blue-collar workforces. These employees often lacked standard documentation, creating a systemic identity verification gap.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27889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727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4048" y="1993392"/>
            <a:ext cx="257860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Identity Documents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50592"/>
            <a:ext cx="2578608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Employees submitted fraudulent Aadhaar/PAN numbers, sometimes using colleagues' or family members' details to pass background checks undetected.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64408" y="141732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417320"/>
            <a:ext cx="27889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5727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74136" y="1993392"/>
            <a:ext cx="257860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&amp; Costly Verification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74136" y="2450592"/>
            <a:ext cx="2578608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 relied on expensive third-party background checks taking days or weeks, or skipped verification entirely due to cost and complexity.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54496" y="141732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54496" y="1417320"/>
            <a:ext cx="27889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157276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64224" y="1993392"/>
            <a:ext cx="257860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Entry Errors Undetected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64224" y="2450592"/>
            <a:ext cx="2578608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Format-only field validation failed to catch manual entry mistakes, leading to incorrect employee records and compliance risks.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E6F4F6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26110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423367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was discovered: 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0" y="423367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pattern emerged while reviewing new customer requests. Follow-up interviews with customers across manufacturing, construction, and consumer goods confirmed the scale of the problem.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Role &amp; Process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"/>
            <a:ext cx="2377440" cy="34747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4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PM + 2 Engineers  ·  Timeline: 1 Month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8229600" cy="36576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261872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618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1993392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468880"/>
            <a:ext cx="15087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468880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578608"/>
            <a:ext cx="1389888" cy="2212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Analysed customer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requests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fraud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across verticals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Interviewed customers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3 industries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59152" y="1261872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2618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48256" y="1993392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&amp; Decision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48256" y="2468880"/>
            <a:ext cx="15087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48256" y="2468880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578608"/>
            <a:ext cx="1389888" cy="2212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Evaluated 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 buy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Chose third-party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integration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Decision: effort,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resources &amp; urgency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59936" y="1261872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9936" y="12618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1993392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&amp; Design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2468880"/>
            <a:ext cx="15087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2468880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03904" y="2578608"/>
            <a:ext cx="1389888" cy="2212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Wrote PRD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stories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Defined Aadhaar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 auth flows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admin-facing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UI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1261872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2618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9824" y="1993392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&amp; Test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9824" y="2468880"/>
            <a:ext cx="15087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9824" y="2468880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2578608"/>
            <a:ext cx="1389888" cy="2212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with 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engineers on 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Wrote test cases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UAT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data pull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govt. portal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61504" y="1261872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61504" y="12618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50608" y="1993392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&amp; GTM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50608" y="2468880"/>
            <a:ext cx="150876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0608" y="2468880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05472" y="2578608"/>
            <a:ext cx="1389888" cy="22128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Launched 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consumption-based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add-on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Priced at 20%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margin over 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Onboarded clients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real-time identity verification system integrated with India's government statutory portals (Aadhaar &amp; PAN), enabling instant authentication at zero manual effort.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18288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417320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011680"/>
            <a:ext cx="1682496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 Admin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enters 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04288" y="2286000"/>
            <a:ext cx="329184" cy="36576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2139696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70048" y="1298448"/>
            <a:ext cx="18288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417320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0" y="2011680"/>
            <a:ext cx="1682496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sends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Govt. portal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17136" y="2286000"/>
            <a:ext cx="329184" cy="36576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73168" y="2139696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82896" y="1298448"/>
            <a:ext cx="18288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1417320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56048" y="2011680"/>
            <a:ext cx="1682496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Govt. portal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returns data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729984" y="2286000"/>
            <a:ext cx="329184" cy="36576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986016" y="2139696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095744" y="1298448"/>
            <a:ext cx="18288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417320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68896" y="2011680"/>
            <a:ext cx="1682496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info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auto-fills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HRMS — non-editable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" y="34930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DECISIONS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3803904"/>
            <a:ext cx="146304" cy="201168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3776" y="3822192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vs. Buy → Chose third-party API for speed and lower engineering effort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74320" y="4206240"/>
            <a:ext cx="146304" cy="201168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93776" y="422452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Consumption-based pricing → Charged at 20% margin over API cost, reducing upfront barrier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754880" y="3803904"/>
            <a:ext cx="146304" cy="201168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74336" y="3822192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Non-editable verified fields → Prevents post-verification data tampering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754880" y="4206240"/>
            <a:ext cx="146304" cy="201168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974336" y="422452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Launched Aadhaar + PAN → Covers India's two primary government identity documents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&amp; Learnings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2697480" cy="192024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280160"/>
            <a:ext cx="2697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274320" y="2029968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customers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adopted within 6 months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658368"/>
            <a:ext cx="2697480" cy="192024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777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1280160"/>
            <a:ext cx="2697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3%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200400" y="2029968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Incremental revenue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contribution after launch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658368"/>
            <a:ext cx="2697480" cy="192024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777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1280160"/>
            <a:ext cx="2697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mo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6126480" y="2029968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launch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74320" y="2724912"/>
            <a:ext cx="8595360" cy="512064"/>
          </a:xfrm>
          <a:prstGeom prst="rect">
            <a:avLst/>
          </a:prstGeom>
          <a:solidFill>
            <a:srgbClr val="E6F4F6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7977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2743200"/>
            <a:ext cx="8001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Fraudulent and duplicate Identity document entries completely eliminated for all 32 adopting customers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274320" y="33375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LEARNINGS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67588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792" y="3657600"/>
            <a:ext cx="8321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vs. Buy decisions should always weigh time-to-market — choosing a third-party API let us ship in 1 month instead of 3+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07822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792" y="4059936"/>
            <a:ext cx="8321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Mixed adoption revealed a GTM gap — customer education on compliance benefits should be built into the launch plan from day one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480560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21792" y="4462272"/>
            <a:ext cx="8321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Consumption pricing lowered the adoption barrier but required careful margin modelling to ensure sustainable revenue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3009</Words>
  <Application>WPS Presentation</Application>
  <PresentationFormat>On-screen Show (16:9)</PresentationFormat>
  <Paragraphs>160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Authentication System — Product Case Study</dc:title>
  <dc:creator>PptxGenJS</dc:creator>
  <dc:subject>PptxGenJS Presentation</dc:subject>
  <cp:lastModifiedBy>devayani bhosale</cp:lastModifiedBy>
  <cp:revision>2</cp:revision>
  <dcterms:created xsi:type="dcterms:W3CDTF">2026-03-31T20:29:00Z</dcterms:created>
  <dcterms:modified xsi:type="dcterms:W3CDTF">2026-04-01T21:14:16Z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BAAE1C4BCE4E4523A370C8A3DE292E3A_12</vt:lpwstr>
  </property>
  <property fmtid="{D5CDD505-2E9C-101B-9397-08002B2CF9AE}" pid="3" name="KSOProductBuildVer">
    <vt:lpwstr>1033-12.1.0.25830</vt:lpwstr>
  </property>
</Properties>
</file>