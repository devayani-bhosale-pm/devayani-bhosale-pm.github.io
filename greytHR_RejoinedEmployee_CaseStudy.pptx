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5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A7D8E"/>
          </a:solidFill>
          <a:ln w="12700">
            <a:solidFill>
              <a:srgbClr val="2A7D8E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7223760" y="320040"/>
            <a:ext cx="1600200" cy="1600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914400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2A7D8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PRODUCT CASE STUDY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57200" y="1325880"/>
            <a:ext cx="685800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Rejoined Employee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Feature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457200" y="2816352"/>
            <a:ext cx="77724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8C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a single customer conversation eliminated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8C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pain of re-onboarding employees who return to an organisation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3730752"/>
            <a:ext cx="1993392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2A7D8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3730752"/>
            <a:ext cx="199339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A7D8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Customer-Driven Discovery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615184" y="3730752"/>
            <a:ext cx="1993392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2A7D8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615184" y="3730752"/>
            <a:ext cx="199339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A7D8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Smart Autofill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773168" y="3730752"/>
            <a:ext cx="1993392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2A7D8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73168" y="3730752"/>
            <a:ext cx="199339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A7D8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Admin &amp; Employee Control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931152" y="3730752"/>
            <a:ext cx="1993392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2A7D8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931152" y="3730752"/>
            <a:ext cx="199339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A7D8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1-Month Delivery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57200" y="4206240"/>
            <a:ext cx="8229600" cy="914"/>
          </a:xfrm>
          <a:prstGeom prst="rect">
            <a:avLst/>
          </a:prstGeom>
          <a:solidFill>
            <a:srgbClr val="2A7D8E"/>
          </a:solidFill>
          <a:ln w="12700">
            <a:solidFill>
              <a:srgbClr val="2A7D8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" y="431596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A8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Devayani Bhosale  ·  Product Manager  ·  Greytip Software (greytHR)  ·  2022–2024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B3560"/>
          </a:solidFill>
          <a:ln w="12700">
            <a:solidFill>
              <a:srgbClr val="1B3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01168"/>
            <a:ext cx="457200" cy="256032"/>
          </a:xfrm>
          <a:prstGeom prst="rect">
            <a:avLst/>
          </a:prstGeom>
          <a:solidFill>
            <a:srgbClr val="2A7D8E"/>
          </a:solidFill>
          <a:ln w="12700">
            <a:solidFill>
              <a:srgbClr val="2A7D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01168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" y="164592"/>
            <a:ext cx="54864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Problem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658368"/>
            <a:ext cx="3931920" cy="4224528"/>
          </a:xfrm>
          <a:prstGeom prst="rect">
            <a:avLst/>
          </a:prstGeom>
          <a:solidFill>
            <a:srgbClr val="1B3560"/>
          </a:solidFill>
          <a:ln w="12700">
            <a:solidFill>
              <a:srgbClr val="1B35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04672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2A7D8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ORIGIN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078992"/>
            <a:ext cx="35661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customer conversation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that revealed a hidden pain point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810512"/>
            <a:ext cx="3566160" cy="2377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D0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While speaking with a customer, we noticed they had a high volume of returning employees. Staff who had left and rejoined the organisation after 4 to 5 years.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8D0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Despite the system having all their previous data, every returning employee had to go through the complete onboarding process from scratch like collecting documents, filling forms, and re-entering all their information as if they were brand new.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8D0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 validated this with more customers and confirmed it was a widespread, unaddressed pain point across the platform.</a:t>
            </a:r>
            <a:endParaRPr lang="en-US" sz="11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279392"/>
            <a:ext cx="292608" cy="29260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22960" y="4315968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2A7D8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Insight: Existing data was being ignored and the system wasn't working for the customer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370832" y="658368"/>
            <a:ext cx="457200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7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70832" y="658368"/>
            <a:ext cx="54864" cy="12618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7136" y="804672"/>
            <a:ext cx="292608" cy="29260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901184" y="749808"/>
            <a:ext cx="3913632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Duplicate Work for Admins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901184" y="1115568"/>
            <a:ext cx="3913632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Admins had to manually collect all documents, information, and forms again from returning employees even though the system already held their previous records.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4370832" y="2066544"/>
            <a:ext cx="457200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7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370832" y="2066544"/>
            <a:ext cx="54864" cy="12618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7136" y="2212848"/>
            <a:ext cx="292608" cy="29260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901184" y="2157984"/>
            <a:ext cx="3913632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Frustrating Experience for Employees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4901184" y="2523744"/>
            <a:ext cx="3913632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Returning employees, who already knew the organisation, had to re-enter every personal detail, re-submit documents, and redo their entire onboarding as if they were strangers.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4370832" y="3474720"/>
            <a:ext cx="457200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7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370832" y="3474720"/>
            <a:ext cx="54864" cy="12618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7136" y="3621024"/>
            <a:ext cx="292608" cy="29260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4901184" y="3566160"/>
            <a:ext cx="3913632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System-Level Recognition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4901184" y="3931920"/>
            <a:ext cx="3913632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greytHR had no way to flag or recognise a returning employee. Every add-employee flow was treated identically regardless of prior history.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B3560"/>
          </a:solidFill>
          <a:ln w="12700">
            <a:solidFill>
              <a:srgbClr val="1B3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01168"/>
            <a:ext cx="457200" cy="256032"/>
          </a:xfrm>
          <a:prstGeom prst="rect">
            <a:avLst/>
          </a:prstGeom>
          <a:solidFill>
            <a:srgbClr val="2A7D8E"/>
          </a:solidFill>
          <a:ln w="12700">
            <a:solidFill>
              <a:srgbClr val="2A7D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01168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" y="164592"/>
            <a:ext cx="54864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My Role &amp; Process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92240" y="164592"/>
            <a:ext cx="2450592" cy="347472"/>
          </a:xfrm>
          <a:prstGeom prst="rect">
            <a:avLst/>
          </a:prstGeom>
          <a:solidFill>
            <a:srgbClr val="2A7D8E"/>
          </a:solidFill>
          <a:ln w="12700">
            <a:solidFill>
              <a:srgbClr val="2A7D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92240" y="164592"/>
            <a:ext cx="245059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Team: PM + 2–3 Engineers  ·  Timeline: 1 Month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658368"/>
            <a:ext cx="8595360" cy="548640"/>
          </a:xfrm>
          <a:prstGeom prst="rect">
            <a:avLst/>
          </a:prstGeom>
          <a:solidFill>
            <a:srgbClr val="E6F4F6"/>
          </a:solidFill>
          <a:ln w="12700">
            <a:solidFill>
              <a:srgbClr val="2A7D8E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" y="77724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49808" y="740664"/>
            <a:ext cx="1645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7D8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Design Decision: 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304288" y="740664"/>
            <a:ext cx="6455664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3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Autofill with full edit rights and not a locked or read-only view. The employee's previous data is a starting point, not a constraint. Both admin and employee retain complete control to update any detail.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21792" y="1828800"/>
            <a:ext cx="8229600" cy="36576"/>
          </a:xfrm>
          <a:prstGeom prst="rect">
            <a:avLst/>
          </a:prstGeom>
          <a:solidFill>
            <a:srgbClr val="2A7D8E"/>
          </a:solidFill>
          <a:ln w="12700">
            <a:solidFill>
              <a:srgbClr val="2A7D8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87552" y="1517904"/>
            <a:ext cx="621792" cy="621792"/>
          </a:xfrm>
          <a:prstGeom prst="ellipse">
            <a:avLst/>
          </a:prstGeom>
          <a:solidFill>
            <a:srgbClr val="1B3560"/>
          </a:solidFill>
          <a:ln w="12700">
            <a:solidFill>
              <a:srgbClr val="2A7D8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87552" y="1517904"/>
            <a:ext cx="621792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66928" y="2212848"/>
            <a:ext cx="1737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3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Discovery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66928" y="2651760"/>
            <a:ext cx="1737360" cy="2212848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66928" y="2651760"/>
            <a:ext cx="1737360" cy="45720"/>
          </a:xfrm>
          <a:prstGeom prst="rect">
            <a:avLst/>
          </a:prstGeom>
          <a:solidFill>
            <a:srgbClr val="2A7D8E"/>
          </a:solidFill>
          <a:ln w="12700">
            <a:solidFill>
              <a:srgbClr val="2A7D8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21792" y="2743200"/>
            <a:ext cx="1627632" cy="20482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Customer conversation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identified the pain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Validated with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multiple customers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Confirmed platform-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wide need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3163824" y="1517904"/>
            <a:ext cx="621792" cy="621792"/>
          </a:xfrm>
          <a:prstGeom prst="ellipse">
            <a:avLst/>
          </a:prstGeom>
          <a:solidFill>
            <a:srgbClr val="1B3560"/>
          </a:solidFill>
          <a:ln w="12700">
            <a:solidFill>
              <a:srgbClr val="2A7D8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163824" y="1517904"/>
            <a:ext cx="621792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2743200" y="2212848"/>
            <a:ext cx="1737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3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Define &amp; Design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2743200" y="2651760"/>
            <a:ext cx="1737360" cy="2212848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743200" y="2651760"/>
            <a:ext cx="1737360" cy="45720"/>
          </a:xfrm>
          <a:prstGeom prst="rect">
            <a:avLst/>
          </a:prstGeom>
          <a:solidFill>
            <a:srgbClr val="2A7D8E"/>
          </a:solidFill>
          <a:ln w="12700">
            <a:solidFill>
              <a:srgbClr val="2A7D8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798064" y="2743200"/>
            <a:ext cx="1627632" cy="20482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Defined autofill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logic using any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identification number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Designed admin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and employee flows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Wrote PRD &amp; stories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340096" y="1517904"/>
            <a:ext cx="621792" cy="621792"/>
          </a:xfrm>
          <a:prstGeom prst="ellipse">
            <a:avLst/>
          </a:prstGeom>
          <a:solidFill>
            <a:srgbClr val="1B3560"/>
          </a:solidFill>
          <a:ln w="12700">
            <a:solidFill>
              <a:srgbClr val="2A7D8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340096" y="1517904"/>
            <a:ext cx="621792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4919472" y="2212848"/>
            <a:ext cx="1737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3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 &amp; Test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4919472" y="2651760"/>
            <a:ext cx="1737360" cy="2212848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919472" y="2651760"/>
            <a:ext cx="1737360" cy="45720"/>
          </a:xfrm>
          <a:prstGeom prst="rect">
            <a:avLst/>
          </a:prstGeom>
          <a:solidFill>
            <a:srgbClr val="2A7D8E"/>
          </a:solidFill>
          <a:ln w="12700">
            <a:solidFill>
              <a:srgbClr val="2A7D8E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974336" y="2743200"/>
            <a:ext cx="1627632" cy="20482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Built with 2–3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engineers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QA: edge cases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 partial data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and info changes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Usability testing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7516368" y="1517904"/>
            <a:ext cx="621792" cy="621792"/>
          </a:xfrm>
          <a:prstGeom prst="ellipse">
            <a:avLst/>
          </a:prstGeom>
          <a:solidFill>
            <a:srgbClr val="1B3560"/>
          </a:solidFill>
          <a:ln w="12700">
            <a:solidFill>
              <a:srgbClr val="2A7D8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516368" y="1517904"/>
            <a:ext cx="621792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7095744" y="2212848"/>
            <a:ext cx="1737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3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Launch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7095744" y="2651760"/>
            <a:ext cx="1737360" cy="2212848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7095744" y="2651760"/>
            <a:ext cx="1737360" cy="45720"/>
          </a:xfrm>
          <a:prstGeom prst="rect">
            <a:avLst/>
          </a:prstGeom>
          <a:solidFill>
            <a:srgbClr val="2A7D8E"/>
          </a:solidFill>
          <a:ln w="12700">
            <a:solidFill>
              <a:srgbClr val="2A7D8E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150608" y="2743200"/>
            <a:ext cx="1627632" cy="20482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Released within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 Employee page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Available to all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greytHR customers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 adoption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observed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5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A7D8E"/>
          </a:solidFill>
          <a:ln w="12700">
            <a:solidFill>
              <a:srgbClr val="2A7D8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01168"/>
            <a:ext cx="4572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01168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3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" y="164592"/>
            <a:ext cx="54864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Solution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621792"/>
            <a:ext cx="85953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C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smart autofill flow inside the existing Add Employee page was introduced to recognize returning employees and pre-populating everything, while keeping admin and employee fully in control.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207008"/>
            <a:ext cx="1993392" cy="2103120"/>
          </a:xfrm>
          <a:prstGeom prst="rect">
            <a:avLst/>
          </a:prstGeom>
          <a:solidFill>
            <a:srgbClr val="1E3A5F"/>
          </a:solidFill>
          <a:ln w="12700">
            <a:solidFill>
              <a:srgbClr val="2A7D8E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1335024"/>
            <a:ext cx="475488" cy="4754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65760" y="1920240"/>
            <a:ext cx="1810512" cy="1261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Admin searches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returning employee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by name or ID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number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286000" y="2011680"/>
            <a:ext cx="219456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A7D8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▶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487168" y="1207008"/>
            <a:ext cx="1993392" cy="2103120"/>
          </a:xfrm>
          <a:prstGeom prst="rect">
            <a:avLst/>
          </a:prstGeom>
          <a:solidFill>
            <a:srgbClr val="1E3A5F"/>
          </a:solidFill>
          <a:ln w="12700">
            <a:solidFill>
              <a:srgbClr val="2A7D8E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2112" y="1335024"/>
            <a:ext cx="475488" cy="47548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578608" y="1920240"/>
            <a:ext cx="1810512" cy="1261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matches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record &amp; auto-fills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 employee &amp;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onboarding forms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4498848" y="2011680"/>
            <a:ext cx="219456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A7D8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▶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700016" y="1207008"/>
            <a:ext cx="1993392" cy="2103120"/>
          </a:xfrm>
          <a:prstGeom prst="rect">
            <a:avLst/>
          </a:prstGeom>
          <a:solidFill>
            <a:srgbClr val="1E3A5F"/>
          </a:solidFill>
          <a:ln w="12700">
            <a:solidFill>
              <a:srgbClr val="2A7D8E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335024"/>
            <a:ext cx="475488" cy="47548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791456" y="1920240"/>
            <a:ext cx="1810512" cy="1261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Admin reviews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and updates any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changed details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before confirming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6711696" y="2011680"/>
            <a:ext cx="219456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A7D8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▶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912864" y="1207008"/>
            <a:ext cx="1993392" cy="2103120"/>
          </a:xfrm>
          <a:prstGeom prst="rect">
            <a:avLst/>
          </a:prstGeom>
          <a:solidFill>
            <a:srgbClr val="1E3A5F"/>
          </a:solidFill>
          <a:ln w="12700">
            <a:solidFill>
              <a:srgbClr val="2A7D8E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7808" y="1335024"/>
            <a:ext cx="475488" cy="47548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004304" y="1920240"/>
            <a:ext cx="1810512" cy="1261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Employee receives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autofilled form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and updates only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has changed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274320" y="345643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2A7D8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MADE THIS DECISION RIGHT</a:t>
            </a:r>
            <a:endParaRPr lang="en-US" sz="900" dirty="0"/>
          </a:p>
        </p:txBody>
      </p:sp>
      <p:sp>
        <p:nvSpPr>
          <p:cNvPr id="23" name="Shape 17"/>
          <p:cNvSpPr/>
          <p:nvPr/>
        </p:nvSpPr>
        <p:spPr>
          <a:xfrm>
            <a:off x="274320" y="3840480"/>
            <a:ext cx="256032" cy="256032"/>
          </a:xfrm>
          <a:prstGeom prst="ellipse">
            <a:avLst/>
          </a:prstGeom>
          <a:solidFill>
            <a:srgbClr val="2A7D8E"/>
          </a:solidFill>
          <a:ln w="12700">
            <a:solidFill>
              <a:srgbClr val="2A7D8E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621792" y="3803904"/>
            <a:ext cx="83210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D0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Autofill as a starting point and not a locked record. Admin and employee always retain edit rights to reflect life changes over 4-5 years.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274320" y="4224528"/>
            <a:ext cx="256032" cy="25603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621792" y="4187952"/>
            <a:ext cx="83210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D0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Employee identification number works as the lookup key, and avoids duplicate entries of the employees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274320" y="4608576"/>
            <a:ext cx="256032" cy="25603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621792" y="4572000"/>
            <a:ext cx="83210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D0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Both admin AND employee get the autofilled experience, saving effort on both sides of the onboarding, not just one.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B3560"/>
          </a:solidFill>
          <a:ln w="12700">
            <a:solidFill>
              <a:srgbClr val="1B3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01168"/>
            <a:ext cx="457200" cy="256032"/>
          </a:xfrm>
          <a:prstGeom prst="rect">
            <a:avLst/>
          </a:prstGeom>
          <a:solidFill>
            <a:srgbClr val="2A7D8E"/>
          </a:solidFill>
          <a:ln w="12700">
            <a:solidFill>
              <a:srgbClr val="2A7D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01168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" y="164592"/>
            <a:ext cx="6400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Outcome &amp; Learnings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658368"/>
            <a:ext cx="2697480" cy="1874520"/>
          </a:xfrm>
          <a:prstGeom prst="rect">
            <a:avLst/>
          </a:prstGeom>
          <a:solidFill>
            <a:srgbClr val="1B3560"/>
          </a:solidFill>
          <a:ln w="12700">
            <a:solidFill>
              <a:srgbClr val="1B3560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768096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" y="1261872"/>
            <a:ext cx="26974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274320" y="1993392"/>
            <a:ext cx="269748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8C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Month from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A8C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discovery to launch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00400" y="658368"/>
            <a:ext cx="2697480" cy="1874520"/>
          </a:xfrm>
          <a:prstGeom prst="rect">
            <a:avLst/>
          </a:prstGeom>
          <a:solidFill>
            <a:srgbClr val="2A7D8E"/>
          </a:solidFill>
          <a:ln w="12700">
            <a:solidFill>
              <a:srgbClr val="2A7D8E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768096"/>
            <a:ext cx="438912" cy="4389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200400" y="1261872"/>
            <a:ext cx="26974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</a:t>
            </a:r>
            <a:endParaRPr lang="en-US" sz="4400" dirty="0"/>
          </a:p>
        </p:txBody>
      </p:sp>
      <p:sp>
        <p:nvSpPr>
          <p:cNvPr id="13" name="Text 9"/>
          <p:cNvSpPr/>
          <p:nvPr/>
        </p:nvSpPr>
        <p:spPr>
          <a:xfrm>
            <a:off x="3200400" y="1993392"/>
            <a:ext cx="269748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0F0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Customer adoption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D0F0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after release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126480" y="658368"/>
            <a:ext cx="2697480" cy="1874520"/>
          </a:xfrm>
          <a:prstGeom prst="rect">
            <a:avLst/>
          </a:prstGeom>
          <a:solidFill>
            <a:srgbClr val="1B3560"/>
          </a:solidFill>
          <a:ln w="12700">
            <a:solidFill>
              <a:srgbClr val="1B3560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768096"/>
            <a:ext cx="438912" cy="43891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126480" y="1261872"/>
            <a:ext cx="26974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2x</a:t>
            </a:r>
            <a:endParaRPr lang="en-US" sz="4400" dirty="0"/>
          </a:p>
        </p:txBody>
      </p:sp>
      <p:sp>
        <p:nvSpPr>
          <p:cNvPr id="17" name="Text 12"/>
          <p:cNvSpPr/>
          <p:nvPr/>
        </p:nvSpPr>
        <p:spPr>
          <a:xfrm>
            <a:off x="6126480" y="1993392"/>
            <a:ext cx="269748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8C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Both admin &amp; employee sides were served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274320" y="2688336"/>
            <a:ext cx="8595360" cy="512064"/>
          </a:xfrm>
          <a:prstGeom prst="rect">
            <a:avLst/>
          </a:prstGeom>
          <a:solidFill>
            <a:srgbClr val="E6F4F6"/>
          </a:solidFill>
          <a:ln w="12700">
            <a:solidFill>
              <a:srgbClr val="2A7D8E"/>
            </a:solidFill>
            <a:prstDash val="solid"/>
          </a:ln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743200"/>
            <a:ext cx="310896" cy="31089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68096" y="2743200"/>
            <a:ext cx="800100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3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Delivered in 1 month by a small team of 2–3 engineers. The feature was adopted quickly after release giving a strong signal that it addressed a real, felt pain point that customers had simply learned to live with.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274320" y="3328416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B3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LEARNINGS</a:t>
            </a:r>
            <a:endParaRPr lang="en-US" sz="1000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3712464"/>
            <a:ext cx="237744" cy="23774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03504" y="3675888"/>
            <a:ext cx="833932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most valuable features are sometimes hiding in plain sight. One customer conversation surfaced a pain point that the entire platform had quietly accepted as normal</a:t>
            </a:r>
            <a:endParaRPr lang="en-US" sz="110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4133088"/>
            <a:ext cx="237744" cy="237744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03504" y="4096512"/>
            <a:ext cx="833932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Speed matters for small, well-scoped features</a:t>
            </a:r>
            <a:endParaRPr lang="en-US" sz="1100" dirty="0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4553712"/>
            <a:ext cx="237744" cy="237744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603504" y="4517136"/>
            <a:ext cx="833932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Design for real life, not ideal conditions such as autofill with edit rights acknowledges that an employee’s details genuinely change over 4–5 years, rather than assuming data is static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3836</Words>
  <Application>WPS Presentation</Application>
  <PresentationFormat>On-screen Show (16:9)</PresentationFormat>
  <Paragraphs>169</Paragraphs>
  <Slides>5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4" baseType="lpstr">
      <vt:lpstr>Arial</vt:lpstr>
      <vt:lpstr>SimSun</vt:lpstr>
      <vt:lpstr>Wingdings</vt:lpstr>
      <vt:lpstr>Calibri</vt:lpstr>
      <vt:lpstr>Calibri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Rejoined Employee Feature — Product Case Study</dc:title>
  <dc:creator>PptxGenJS</dc:creator>
  <dc:subject>PptxGenJS Presentation</dc:subject>
  <cp:lastModifiedBy>devayani bhosale</cp:lastModifiedBy>
  <cp:revision>2</cp:revision>
  <dcterms:created xsi:type="dcterms:W3CDTF">2026-04-02T16:52:00Z</dcterms:created>
  <dcterms:modified xsi:type="dcterms:W3CDTF">2026-04-02T17:01:14Z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E792E2BF316C40AB9D22309F118E167D_12</vt:lpwstr>
  </property>
  <property fmtid="{D5CDD505-2E9C-101B-9397-08002B2CF9AE}" pid="3" name="KSOProductBuildVer">
    <vt:lpwstr>1033-12.1.0.25830</vt:lpwstr>
  </property>
</Properties>
</file>